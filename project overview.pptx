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Fredoka" charset="1" panose="02000000000000000000"/>
      <p:regular r:id="rId21"/>
    </p:embeddedFont>
    <p:embeddedFont>
      <p:font typeface="Georgia Pro" charset="1" panose="02040502050405020303"/>
      <p:regular r:id="rId22"/>
    </p:embeddedFont>
    <p:embeddedFont>
      <p:font typeface="Canva Sans" charset="1" panose="020B0503030501040103"/>
      <p:regular r:id="rId23"/>
    </p:embeddedFont>
    <p:embeddedFont>
      <p:font typeface="Poppins" charset="1" panose="00000500000000000000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76348" y="274511"/>
            <a:ext cx="1287037" cy="1768983"/>
            <a:chOff x="0" y="0"/>
            <a:chExt cx="1716049" cy="23586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6024" cy="2358644"/>
            </a:xfrm>
            <a:custGeom>
              <a:avLst/>
              <a:gdLst/>
              <a:ahLst/>
              <a:cxnLst/>
              <a:rect r="r" b="b" t="t" l="l"/>
              <a:pathLst>
                <a:path h="2358644" w="1716024">
                  <a:moveTo>
                    <a:pt x="858012" y="0"/>
                  </a:moveTo>
                  <a:cubicBezTo>
                    <a:pt x="384175" y="0"/>
                    <a:pt x="0" y="527939"/>
                    <a:pt x="0" y="1179322"/>
                  </a:cubicBezTo>
                  <a:cubicBezTo>
                    <a:pt x="0" y="1830705"/>
                    <a:pt x="384175" y="2358644"/>
                    <a:pt x="858012" y="2358644"/>
                  </a:cubicBezTo>
                  <a:cubicBezTo>
                    <a:pt x="1331849" y="2358644"/>
                    <a:pt x="1716024" y="1830705"/>
                    <a:pt x="1716024" y="1179322"/>
                  </a:cubicBezTo>
                  <a:cubicBezTo>
                    <a:pt x="1716024" y="527939"/>
                    <a:pt x="1331849" y="0"/>
                    <a:pt x="858012" y="0"/>
                  </a:cubicBezTo>
                  <a:close/>
                </a:path>
              </a:pathLst>
            </a:custGeom>
            <a:blipFill>
              <a:blip r:embed="rId2"/>
              <a:stretch>
                <a:fillRect l="-3268" t="0" r="-3257" b="-17026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265302" y="274511"/>
            <a:ext cx="1340329" cy="1729530"/>
            <a:chOff x="0" y="0"/>
            <a:chExt cx="1787106" cy="23060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87144" cy="2306066"/>
            </a:xfrm>
            <a:custGeom>
              <a:avLst/>
              <a:gdLst/>
              <a:ahLst/>
              <a:cxnLst/>
              <a:rect r="r" b="b" t="t" l="l"/>
              <a:pathLst>
                <a:path h="2306066" w="1787144">
                  <a:moveTo>
                    <a:pt x="893699" y="0"/>
                  </a:moveTo>
                  <a:cubicBezTo>
                    <a:pt x="400177" y="0"/>
                    <a:pt x="0" y="516255"/>
                    <a:pt x="0" y="1153033"/>
                  </a:cubicBezTo>
                  <a:cubicBezTo>
                    <a:pt x="0" y="1789303"/>
                    <a:pt x="399542" y="2305177"/>
                    <a:pt x="892556" y="2306066"/>
                  </a:cubicBezTo>
                  <a:lnTo>
                    <a:pt x="894969" y="2306066"/>
                  </a:lnTo>
                  <a:cubicBezTo>
                    <a:pt x="1379347" y="2305177"/>
                    <a:pt x="1773428" y="1807210"/>
                    <a:pt x="1787144" y="1186434"/>
                  </a:cubicBezTo>
                  <a:lnTo>
                    <a:pt x="1787144" y="1186434"/>
                  </a:lnTo>
                  <a:lnTo>
                    <a:pt x="1787144" y="1119632"/>
                  </a:lnTo>
                  <a:lnTo>
                    <a:pt x="1787144" y="1119632"/>
                  </a:lnTo>
                  <a:cubicBezTo>
                    <a:pt x="1773428" y="498348"/>
                    <a:pt x="1378712" y="0"/>
                    <a:pt x="893699" y="0"/>
                  </a:cubicBezTo>
                  <a:close/>
                </a:path>
              </a:pathLst>
            </a:custGeom>
            <a:blipFill>
              <a:blip r:embed="rId3"/>
              <a:stretch>
                <a:fillRect l="-14508" t="0" r="-14526" b="1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802013" y="385220"/>
            <a:ext cx="1659017" cy="1586998"/>
            <a:chOff x="0" y="0"/>
            <a:chExt cx="2212022" cy="2115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1959" cy="2116074"/>
            </a:xfrm>
            <a:custGeom>
              <a:avLst/>
              <a:gdLst/>
              <a:ahLst/>
              <a:cxnLst/>
              <a:rect r="r" b="b" t="t" l="l"/>
              <a:pathLst>
                <a:path h="2116074" w="2211959">
                  <a:moveTo>
                    <a:pt x="1106170" y="0"/>
                  </a:moveTo>
                  <a:cubicBezTo>
                    <a:pt x="495300" y="0"/>
                    <a:pt x="0" y="473710"/>
                    <a:pt x="0" y="1058037"/>
                  </a:cubicBezTo>
                  <a:cubicBezTo>
                    <a:pt x="0" y="1642364"/>
                    <a:pt x="495300" y="2116074"/>
                    <a:pt x="1106170" y="2116074"/>
                  </a:cubicBezTo>
                  <a:cubicBezTo>
                    <a:pt x="1706880" y="2116074"/>
                    <a:pt x="2195830" y="1658112"/>
                    <a:pt x="2211959" y="1087247"/>
                  </a:cubicBezTo>
                  <a:lnTo>
                    <a:pt x="2211959" y="1087247"/>
                  </a:lnTo>
                  <a:lnTo>
                    <a:pt x="2211959" y="1028827"/>
                  </a:lnTo>
                  <a:lnTo>
                    <a:pt x="2211959" y="1028827"/>
                  </a:lnTo>
                  <a:cubicBezTo>
                    <a:pt x="2195830" y="457962"/>
                    <a:pt x="1707007" y="0"/>
                    <a:pt x="110617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24" r="-2" b="-244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090630" y="53359"/>
            <a:ext cx="2514600" cy="438150"/>
          </a:xfrm>
          <a:custGeom>
            <a:avLst/>
            <a:gdLst/>
            <a:ahLst/>
            <a:cxnLst/>
            <a:rect r="r" b="b" t="t" l="l"/>
            <a:pathLst>
              <a:path h="438150" w="2514600">
                <a:moveTo>
                  <a:pt x="0" y="0"/>
                </a:moveTo>
                <a:lnTo>
                  <a:pt x="2514600" y="0"/>
                </a:lnTo>
                <a:lnTo>
                  <a:pt x="25146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1391" r="0" b="-25165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84828" y="544849"/>
            <a:ext cx="9097718" cy="3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7"/>
              </a:lnSpc>
            </a:pPr>
            <a:r>
              <a:rPr lang="en-US" b="true" sz="1999" spc="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BGSKH Education Trust (R.) - A unit of Sri Adichuchanagiri Trust (R.)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37244" y="906580"/>
            <a:ext cx="11624300" cy="63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5"/>
              </a:lnSpc>
            </a:pPr>
            <a:r>
              <a:rPr lang="en-US" b="true" sz="3999" spc="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BGS College of Engineering and Technology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6994" y="1315364"/>
            <a:ext cx="8254736" cy="48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b="true" sz="1999" spc="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Approved by AICTE, New Delhi and Affiliated to VTU, Belagavi.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03836" y="1892456"/>
            <a:ext cx="4943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7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3414" y="1654331"/>
            <a:ext cx="1262668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Adjacent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Mahalakshmi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Metro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Station,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Mahalakshmipuram,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West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Chord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Road,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Bengaluru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-560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1800" spc="18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086.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93048" y="2775282"/>
            <a:ext cx="5701903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A43B36"/>
                </a:solidFill>
                <a:latin typeface="Fredoka"/>
                <a:ea typeface="Fredoka"/>
                <a:cs typeface="Fredoka"/>
                <a:sym typeface="Fredoka"/>
              </a:rPr>
              <a:t>MINI  PROJECT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6422" y="3952396"/>
            <a:ext cx="14071163" cy="143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004AAD"/>
                </a:solidFill>
                <a:latin typeface="Fredoka"/>
                <a:ea typeface="Fredoka"/>
                <a:cs typeface="Fredoka"/>
                <a:sym typeface="Fredoka"/>
              </a:rPr>
              <a:t> Topic : Digital Notice 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901923" y="6863351"/>
            <a:ext cx="9678336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Team Members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2113" y="7843156"/>
            <a:ext cx="657213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Chandana Gowda - 1MP23CS014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6200" y="9191625"/>
            <a:ext cx="746443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Sarvesh Pednekar - 1MP24CS0404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48" y="8517391"/>
            <a:ext cx="642366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Venugopal K R - 1MP23CS058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48690" y="6656220"/>
            <a:ext cx="6467713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Under the Guidance of :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Mrs. Manasa C K 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Assistant Professor</a:t>
            </a:r>
          </a:p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Dept.of CSE</a:t>
            </a:r>
          </a:p>
          <a:p>
            <a:pPr algn="ctr">
              <a:lnSpc>
                <a:spcPts val="63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79197" y="249105"/>
            <a:ext cx="7329607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3868"/>
            <a:ext cx="16783069" cy="706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digital platform to display campus notices in real time.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Replaces traditional paper-based notice boards.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fast, organized, and user-friendly information access.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both admin and student users.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Ensures efficient campus communication.</a:t>
            </a: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405842" y="-36667"/>
            <a:ext cx="11485841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8366" y="2022846"/>
            <a:ext cx="18029634" cy="798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notice updates take time and effort.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Paper notices cause clutter and waste.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 miss important announcements due to distance or crowding.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centralized system for categorizing and tracking notices.</a:t>
            </a:r>
          </a:p>
          <a:p>
            <a:pPr algn="l" marL="1079501" indent="-539750" lvl="1">
              <a:lnSpc>
                <a:spcPts val="70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Difficult to maintain and update multiple physical notice boards</a:t>
            </a:r>
          </a:p>
          <a:p>
            <a:pPr algn="l">
              <a:lnSpc>
                <a:spcPts val="7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95690" y="-23044"/>
            <a:ext cx="6249234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8539" y="1884812"/>
            <a:ext cx="17550921" cy="827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 web-based notice management system.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role-based login: Admin &amp; Student.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Allow admin to add/edit/delete notices easily.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Enable students to view, search, and filter notices.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 notices in categories: Circular, Event, Urgent.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real-time statistics of notices.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accessibility and reduce manual effort.</a:t>
            </a: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4828" y="25180"/>
            <a:ext cx="9618345" cy="4922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Implementation</a:t>
            </a:r>
          </a:p>
          <a:p>
            <a:pPr algn="ctr">
              <a:lnSpc>
                <a:spcPts val="12880"/>
              </a:lnSpc>
            </a:pP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5467" y="2021743"/>
            <a:ext cx="17364452" cy="772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Frontend built with HTML + CSS for layout and design.</a:t>
            </a:r>
          </a:p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 handles login roles, form validation, CRUD operations.</a:t>
            </a:r>
          </a:p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stored in browser local storage for quick access.</a:t>
            </a:r>
          </a:p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JSON import/export allows backup and restore of notices.</a:t>
            </a:r>
          </a:p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Dynamic DOM rendering for real-time updates.</a:t>
            </a:r>
          </a:p>
          <a:p>
            <a:pPr algn="l" marL="1036322" indent="-518161" lvl="1">
              <a:lnSpc>
                <a:spcPts val="6720"/>
              </a:lnSpc>
              <a:buFont typeface="Arial"/>
              <a:buChar char="•"/>
            </a:pPr>
            <a:r>
              <a:rPr lang="en-US" sz="4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Custom components: notice cards, filters, stats.</a:t>
            </a: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7693" y="0"/>
            <a:ext cx="8588897" cy="10374791"/>
          </a:xfrm>
          <a:custGeom>
            <a:avLst/>
            <a:gdLst/>
            <a:ahLst/>
            <a:cxnLst/>
            <a:rect r="r" b="b" t="t" l="l"/>
            <a:pathLst>
              <a:path h="10374791" w="8588897">
                <a:moveTo>
                  <a:pt x="0" y="0"/>
                </a:moveTo>
                <a:lnTo>
                  <a:pt x="8588897" y="0"/>
                </a:lnTo>
                <a:lnTo>
                  <a:pt x="8588897" y="10374791"/>
                </a:lnTo>
                <a:lnTo>
                  <a:pt x="0" y="10374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38" t="0" r="-3638" b="-20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488" y="481295"/>
            <a:ext cx="8316278" cy="161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99"/>
              </a:lnSpc>
            </a:pPr>
            <a:r>
              <a:rPr lang="en-US" sz="94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Block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488" y="3043568"/>
            <a:ext cx="8961205" cy="621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  <a:spcBef>
                <a:spcPct val="0"/>
              </a:spcBef>
            </a:pPr>
            <a:r>
              <a:rPr lang="en-US" sz="5100" u="sng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Components: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Interface (Admin/Student)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Login Authentication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 Management Module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 Display Module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Local Storage/JSON Storage</a:t>
            </a:r>
          </a:p>
          <a:p>
            <a:pPr algn="l" marL="928484" indent="-464242" lvl="1">
              <a:lnSpc>
                <a:spcPts val="6020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Statistics Module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5782" y="159703"/>
            <a:ext cx="104616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Technologies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8354" y="2476582"/>
            <a:ext cx="16146064" cy="663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5968" indent="-582984" lvl="1">
              <a:lnSpc>
                <a:spcPts val="7560"/>
              </a:lnSpc>
              <a:buFont typeface="Arial"/>
              <a:buChar char="•"/>
            </a:pP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  <a:r>
              <a:rPr lang="en-US" sz="5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HTML5, CSS3, JavaScript</a:t>
            </a:r>
          </a:p>
          <a:p>
            <a:pPr algn="l" marL="1165968" indent="-582984" lvl="1">
              <a:lnSpc>
                <a:spcPts val="7560"/>
              </a:lnSpc>
              <a:buFont typeface="Arial"/>
              <a:buChar char="•"/>
            </a:pP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</a:t>
            </a:r>
            <a:r>
              <a:rPr lang="en-US" sz="5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Browser Local Storage, JSON Export/Import</a:t>
            </a:r>
          </a:p>
          <a:p>
            <a:pPr algn="l" marL="1165968" indent="-582984" lvl="1">
              <a:lnSpc>
                <a:spcPts val="7560"/>
              </a:lnSpc>
              <a:buFont typeface="Arial"/>
              <a:buChar char="•"/>
            </a:pP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UI Features</a:t>
            </a:r>
            <a:r>
              <a:rPr lang="en-US" sz="5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Responsive design, dark/light theme</a:t>
            </a:r>
          </a:p>
          <a:p>
            <a:pPr algn="l" marL="1165968" indent="-582984" lvl="1">
              <a:lnSpc>
                <a:spcPts val="7560"/>
              </a:lnSpc>
              <a:buFont typeface="Arial"/>
              <a:buChar char="•"/>
            </a:pP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Icons &amp; Fonts</a:t>
            </a:r>
            <a:r>
              <a:rPr lang="en-US" sz="5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Google Fonts, SVG Icons</a:t>
            </a:r>
          </a:p>
          <a:p>
            <a:pPr algn="l" marL="1165968" indent="-582984" lvl="1">
              <a:lnSpc>
                <a:spcPts val="7560"/>
              </a:lnSpc>
              <a:buFont typeface="Arial"/>
              <a:buChar char="•"/>
            </a:pPr>
            <a:r>
              <a:rPr lang="en-US" b="true" sz="5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Tools</a:t>
            </a:r>
            <a:r>
              <a:rPr lang="en-US" sz="5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Browser Developer Tools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298" y="2044750"/>
            <a:ext cx="4453432" cy="3477794"/>
            <a:chOff x="0" y="0"/>
            <a:chExt cx="1172920" cy="915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920" cy="915962"/>
            </a:xfrm>
            <a:custGeom>
              <a:avLst/>
              <a:gdLst/>
              <a:ahLst/>
              <a:cxnLst/>
              <a:rect r="r" b="b" t="t" l="l"/>
              <a:pathLst>
                <a:path h="915962" w="1172920">
                  <a:moveTo>
                    <a:pt x="29553" y="0"/>
                  </a:moveTo>
                  <a:lnTo>
                    <a:pt x="1143367" y="0"/>
                  </a:lnTo>
                  <a:cubicBezTo>
                    <a:pt x="1151205" y="0"/>
                    <a:pt x="1158722" y="3114"/>
                    <a:pt x="1164264" y="8656"/>
                  </a:cubicBezTo>
                  <a:cubicBezTo>
                    <a:pt x="1169807" y="14198"/>
                    <a:pt x="1172920" y="21715"/>
                    <a:pt x="1172920" y="29553"/>
                  </a:cubicBezTo>
                  <a:lnTo>
                    <a:pt x="1172920" y="886409"/>
                  </a:lnTo>
                  <a:cubicBezTo>
                    <a:pt x="1172920" y="894247"/>
                    <a:pt x="1169807" y="901764"/>
                    <a:pt x="1164264" y="907306"/>
                  </a:cubicBezTo>
                  <a:cubicBezTo>
                    <a:pt x="1158722" y="912849"/>
                    <a:pt x="1151205" y="915962"/>
                    <a:pt x="1143367" y="915962"/>
                  </a:cubicBezTo>
                  <a:lnTo>
                    <a:pt x="29553" y="915962"/>
                  </a:lnTo>
                  <a:cubicBezTo>
                    <a:pt x="21715" y="915962"/>
                    <a:pt x="14198" y="912849"/>
                    <a:pt x="8656" y="907306"/>
                  </a:cubicBezTo>
                  <a:cubicBezTo>
                    <a:pt x="3114" y="901764"/>
                    <a:pt x="0" y="894247"/>
                    <a:pt x="0" y="886409"/>
                  </a:cubicBezTo>
                  <a:lnTo>
                    <a:pt x="0" y="29553"/>
                  </a:lnTo>
                  <a:cubicBezTo>
                    <a:pt x="0" y="21715"/>
                    <a:pt x="3114" y="14198"/>
                    <a:pt x="8656" y="8656"/>
                  </a:cubicBezTo>
                  <a:cubicBezTo>
                    <a:pt x="14198" y="3114"/>
                    <a:pt x="21715" y="0"/>
                    <a:pt x="2955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2920" cy="954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17145" y="2044750"/>
            <a:ext cx="4838416" cy="3689314"/>
            <a:chOff x="0" y="0"/>
            <a:chExt cx="1274315" cy="971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4315" cy="971671"/>
            </a:xfrm>
            <a:custGeom>
              <a:avLst/>
              <a:gdLst/>
              <a:ahLst/>
              <a:cxnLst/>
              <a:rect r="r" b="b" t="t" l="l"/>
              <a:pathLst>
                <a:path h="971671" w="1274315">
                  <a:moveTo>
                    <a:pt x="27202" y="0"/>
                  </a:moveTo>
                  <a:lnTo>
                    <a:pt x="1247114" y="0"/>
                  </a:lnTo>
                  <a:cubicBezTo>
                    <a:pt x="1262137" y="0"/>
                    <a:pt x="1274315" y="12179"/>
                    <a:pt x="1274315" y="27202"/>
                  </a:cubicBezTo>
                  <a:lnTo>
                    <a:pt x="1274315" y="944469"/>
                  </a:lnTo>
                  <a:cubicBezTo>
                    <a:pt x="1274315" y="951684"/>
                    <a:pt x="1271450" y="958603"/>
                    <a:pt x="1266348" y="963704"/>
                  </a:cubicBezTo>
                  <a:cubicBezTo>
                    <a:pt x="1261247" y="968805"/>
                    <a:pt x="1254328" y="971671"/>
                    <a:pt x="1247114" y="971671"/>
                  </a:cubicBezTo>
                  <a:lnTo>
                    <a:pt x="27202" y="971671"/>
                  </a:lnTo>
                  <a:cubicBezTo>
                    <a:pt x="19987" y="971671"/>
                    <a:pt x="13068" y="968805"/>
                    <a:pt x="7967" y="963704"/>
                  </a:cubicBezTo>
                  <a:cubicBezTo>
                    <a:pt x="2866" y="958603"/>
                    <a:pt x="0" y="951684"/>
                    <a:pt x="0" y="944469"/>
                  </a:cubicBezTo>
                  <a:lnTo>
                    <a:pt x="0" y="27202"/>
                  </a:lnTo>
                  <a:cubicBezTo>
                    <a:pt x="0" y="19987"/>
                    <a:pt x="2866" y="13068"/>
                    <a:pt x="7967" y="7967"/>
                  </a:cubicBezTo>
                  <a:cubicBezTo>
                    <a:pt x="13068" y="2866"/>
                    <a:pt x="19987" y="0"/>
                    <a:pt x="2720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74315" cy="1019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0420" y="7122890"/>
            <a:ext cx="4446722" cy="3013946"/>
            <a:chOff x="0" y="0"/>
            <a:chExt cx="1171153" cy="7937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1153" cy="793796"/>
            </a:xfrm>
            <a:custGeom>
              <a:avLst/>
              <a:gdLst/>
              <a:ahLst/>
              <a:cxnLst/>
              <a:rect r="r" b="b" t="t" l="l"/>
              <a:pathLst>
                <a:path h="793796" w="1171153">
                  <a:moveTo>
                    <a:pt x="29598" y="0"/>
                  </a:moveTo>
                  <a:lnTo>
                    <a:pt x="1141555" y="0"/>
                  </a:lnTo>
                  <a:cubicBezTo>
                    <a:pt x="1149405" y="0"/>
                    <a:pt x="1156934" y="3118"/>
                    <a:pt x="1162484" y="8669"/>
                  </a:cubicBezTo>
                  <a:cubicBezTo>
                    <a:pt x="1168035" y="14220"/>
                    <a:pt x="1171153" y="21748"/>
                    <a:pt x="1171153" y="29598"/>
                  </a:cubicBezTo>
                  <a:lnTo>
                    <a:pt x="1171153" y="764199"/>
                  </a:lnTo>
                  <a:cubicBezTo>
                    <a:pt x="1171153" y="780545"/>
                    <a:pt x="1157902" y="793796"/>
                    <a:pt x="1141555" y="793796"/>
                  </a:cubicBezTo>
                  <a:lnTo>
                    <a:pt x="29598" y="793796"/>
                  </a:lnTo>
                  <a:cubicBezTo>
                    <a:pt x="13251" y="793796"/>
                    <a:pt x="0" y="780545"/>
                    <a:pt x="0" y="764199"/>
                  </a:cubicBezTo>
                  <a:lnTo>
                    <a:pt x="0" y="29598"/>
                  </a:lnTo>
                  <a:cubicBezTo>
                    <a:pt x="0" y="13251"/>
                    <a:pt x="13251" y="0"/>
                    <a:pt x="2959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71153" cy="8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64392" y="7122890"/>
            <a:ext cx="4632262" cy="2962407"/>
            <a:chOff x="0" y="0"/>
            <a:chExt cx="1220020" cy="7802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20020" cy="780222"/>
            </a:xfrm>
            <a:custGeom>
              <a:avLst/>
              <a:gdLst/>
              <a:ahLst/>
              <a:cxnLst/>
              <a:rect r="r" b="b" t="t" l="l"/>
              <a:pathLst>
                <a:path h="780222" w="1220020">
                  <a:moveTo>
                    <a:pt x="28412" y="0"/>
                  </a:moveTo>
                  <a:lnTo>
                    <a:pt x="1191607" y="0"/>
                  </a:lnTo>
                  <a:cubicBezTo>
                    <a:pt x="1207299" y="0"/>
                    <a:pt x="1220020" y="12721"/>
                    <a:pt x="1220020" y="28412"/>
                  </a:cubicBezTo>
                  <a:lnTo>
                    <a:pt x="1220020" y="751810"/>
                  </a:lnTo>
                  <a:cubicBezTo>
                    <a:pt x="1220020" y="767502"/>
                    <a:pt x="1207299" y="780222"/>
                    <a:pt x="1191607" y="780222"/>
                  </a:cubicBezTo>
                  <a:lnTo>
                    <a:pt x="28412" y="780222"/>
                  </a:lnTo>
                  <a:cubicBezTo>
                    <a:pt x="12721" y="780222"/>
                    <a:pt x="0" y="767502"/>
                    <a:pt x="0" y="751810"/>
                  </a:cubicBezTo>
                  <a:lnTo>
                    <a:pt x="0" y="28412"/>
                  </a:lnTo>
                  <a:cubicBezTo>
                    <a:pt x="0" y="12721"/>
                    <a:pt x="12721" y="0"/>
                    <a:pt x="2841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20020" cy="818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400000">
            <a:off x="7482864" y="5727898"/>
            <a:ext cx="2259630" cy="427275"/>
          </a:xfrm>
          <a:custGeom>
            <a:avLst/>
            <a:gdLst/>
            <a:ahLst/>
            <a:cxnLst/>
            <a:rect r="r" b="b" t="t" l="l"/>
            <a:pathLst>
              <a:path h="427275" w="2259630">
                <a:moveTo>
                  <a:pt x="0" y="0"/>
                </a:moveTo>
                <a:lnTo>
                  <a:pt x="2259630" y="0"/>
                </a:lnTo>
                <a:lnTo>
                  <a:pt x="2259630" y="427276"/>
                </a:lnTo>
                <a:lnTo>
                  <a:pt x="0" y="42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9087457">
            <a:off x="4155074" y="5280217"/>
            <a:ext cx="4800303" cy="907694"/>
          </a:xfrm>
          <a:custGeom>
            <a:avLst/>
            <a:gdLst/>
            <a:ahLst/>
            <a:cxnLst/>
            <a:rect r="r" b="b" t="t" l="l"/>
            <a:pathLst>
              <a:path h="907694" w="4800303">
                <a:moveTo>
                  <a:pt x="0" y="0"/>
                </a:moveTo>
                <a:lnTo>
                  <a:pt x="4800302" y="0"/>
                </a:lnTo>
                <a:lnTo>
                  <a:pt x="4800302" y="907694"/>
                </a:lnTo>
                <a:lnTo>
                  <a:pt x="0" y="907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239435" y="7061043"/>
            <a:ext cx="4487953" cy="3086100"/>
            <a:chOff x="0" y="0"/>
            <a:chExt cx="1182012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2012" cy="812800"/>
            </a:xfrm>
            <a:custGeom>
              <a:avLst/>
              <a:gdLst/>
              <a:ahLst/>
              <a:cxnLst/>
              <a:rect r="r" b="b" t="t" l="l"/>
              <a:pathLst>
                <a:path h="812800" w="1182012">
                  <a:moveTo>
                    <a:pt x="29326" y="0"/>
                  </a:moveTo>
                  <a:lnTo>
                    <a:pt x="1152687" y="0"/>
                  </a:lnTo>
                  <a:cubicBezTo>
                    <a:pt x="1160464" y="0"/>
                    <a:pt x="1167923" y="3090"/>
                    <a:pt x="1173423" y="8589"/>
                  </a:cubicBezTo>
                  <a:cubicBezTo>
                    <a:pt x="1178923" y="14089"/>
                    <a:pt x="1182012" y="21548"/>
                    <a:pt x="1182012" y="29326"/>
                  </a:cubicBezTo>
                  <a:lnTo>
                    <a:pt x="1182012" y="783474"/>
                  </a:lnTo>
                  <a:cubicBezTo>
                    <a:pt x="1182012" y="791252"/>
                    <a:pt x="1178923" y="798711"/>
                    <a:pt x="1173423" y="804211"/>
                  </a:cubicBezTo>
                  <a:cubicBezTo>
                    <a:pt x="1167923" y="809710"/>
                    <a:pt x="1160464" y="812800"/>
                    <a:pt x="1152687" y="812800"/>
                  </a:cubicBezTo>
                  <a:lnTo>
                    <a:pt x="29326" y="812800"/>
                  </a:lnTo>
                  <a:cubicBezTo>
                    <a:pt x="21548" y="812800"/>
                    <a:pt x="14089" y="809710"/>
                    <a:pt x="8589" y="804211"/>
                  </a:cubicBezTo>
                  <a:cubicBezTo>
                    <a:pt x="3090" y="798711"/>
                    <a:pt x="0" y="791252"/>
                    <a:pt x="0" y="783474"/>
                  </a:cubicBezTo>
                  <a:lnTo>
                    <a:pt x="0" y="29326"/>
                  </a:lnTo>
                  <a:cubicBezTo>
                    <a:pt x="0" y="21548"/>
                    <a:pt x="3090" y="14089"/>
                    <a:pt x="8589" y="8589"/>
                  </a:cubicBezTo>
                  <a:cubicBezTo>
                    <a:pt x="14089" y="3090"/>
                    <a:pt x="21548" y="0"/>
                    <a:pt x="2932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8201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1657718">
            <a:off x="8381140" y="5255965"/>
            <a:ext cx="4853793" cy="882508"/>
          </a:xfrm>
          <a:custGeom>
            <a:avLst/>
            <a:gdLst/>
            <a:ahLst/>
            <a:cxnLst/>
            <a:rect r="r" b="b" t="t" l="l"/>
            <a:pathLst>
              <a:path h="882508" w="4853793">
                <a:moveTo>
                  <a:pt x="0" y="0"/>
                </a:moveTo>
                <a:lnTo>
                  <a:pt x="4853793" y="0"/>
                </a:lnTo>
                <a:lnTo>
                  <a:pt x="4853793" y="882508"/>
                </a:lnTo>
                <a:lnTo>
                  <a:pt x="0" y="88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666886" y="4249053"/>
            <a:ext cx="4350259" cy="822594"/>
          </a:xfrm>
          <a:custGeom>
            <a:avLst/>
            <a:gdLst/>
            <a:ahLst/>
            <a:cxnLst/>
            <a:rect r="r" b="b" t="t" l="l"/>
            <a:pathLst>
              <a:path h="822594" w="4350259">
                <a:moveTo>
                  <a:pt x="0" y="0"/>
                </a:moveTo>
                <a:lnTo>
                  <a:pt x="4350259" y="0"/>
                </a:lnTo>
                <a:lnTo>
                  <a:pt x="4350259" y="822595"/>
                </a:lnTo>
                <a:lnTo>
                  <a:pt x="0" y="822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800000">
            <a:off x="4851937" y="4318465"/>
            <a:ext cx="3760742" cy="683771"/>
          </a:xfrm>
          <a:custGeom>
            <a:avLst/>
            <a:gdLst/>
            <a:ahLst/>
            <a:cxnLst/>
            <a:rect r="r" b="b" t="t" l="l"/>
            <a:pathLst>
              <a:path h="683771" w="3760742">
                <a:moveTo>
                  <a:pt x="0" y="0"/>
                </a:moveTo>
                <a:lnTo>
                  <a:pt x="3760742" y="0"/>
                </a:lnTo>
                <a:lnTo>
                  <a:pt x="3760742" y="683771"/>
                </a:lnTo>
                <a:lnTo>
                  <a:pt x="0" y="6837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400000">
            <a:off x="6845474" y="2830362"/>
            <a:ext cx="3653000" cy="690749"/>
          </a:xfrm>
          <a:custGeom>
            <a:avLst/>
            <a:gdLst/>
            <a:ahLst/>
            <a:cxnLst/>
            <a:rect r="r" b="b" t="t" l="l"/>
            <a:pathLst>
              <a:path h="690749" w="3653000">
                <a:moveTo>
                  <a:pt x="0" y="0"/>
                </a:moveTo>
                <a:lnTo>
                  <a:pt x="3653000" y="0"/>
                </a:lnTo>
                <a:lnTo>
                  <a:pt x="3653000" y="690749"/>
                </a:lnTo>
                <a:lnTo>
                  <a:pt x="0" y="6907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302230" y="-152400"/>
            <a:ext cx="114302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Modules Description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344298" y="2486660"/>
            <a:ext cx="423295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1. Login Module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Admin/Student roles</a:t>
            </a:r>
          </a:p>
          <a:p>
            <a:pPr algn="ctr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Username &amp; Password validation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074295" y="2268573"/>
            <a:ext cx="4714591" cy="310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8"/>
              </a:lnSpc>
            </a:pPr>
            <a:r>
              <a:rPr lang="en-US" sz="334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2. Admin Module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new notice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Edit existing notice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Delete or pin notices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Upload images or attach files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Manage expiry date</a:t>
            </a:r>
          </a:p>
          <a:p>
            <a:pPr algn="ctr" marL="497105" indent="-248553" lvl="1">
              <a:lnSpc>
                <a:spcPts val="3223"/>
              </a:lnSpc>
              <a:buFont typeface="Arial"/>
              <a:buChar char="•"/>
            </a:pPr>
            <a:r>
              <a:rPr lang="en-US" sz="23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Bulk delete and sorting</a:t>
            </a:r>
          </a:p>
          <a:p>
            <a:pPr algn="ctr">
              <a:lnSpc>
                <a:spcPts val="24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158679" y="7095490"/>
            <a:ext cx="4504817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5. UI/UX Module</a:t>
            </a:r>
          </a:p>
          <a:p>
            <a:pPr algn="ctr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Theme toggle</a:t>
            </a:r>
          </a:p>
          <a:p>
            <a:pPr algn="ctr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Keyboard shortcuts</a:t>
            </a:r>
          </a:p>
          <a:p>
            <a:pPr algn="ctr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Responsive layout</a:t>
            </a:r>
          </a:p>
          <a:p>
            <a:pPr algn="ctr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 ticker for urgent updates</a:t>
            </a:r>
          </a:p>
          <a:p>
            <a:pPr algn="ctr">
              <a:lnSpc>
                <a:spcPts val="322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664666" y="7230589"/>
            <a:ext cx="4431714" cy="291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4. Statistics Module</a:t>
            </a:r>
          </a:p>
          <a:p>
            <a:pPr algn="ctr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notices count</a:t>
            </a:r>
          </a:p>
          <a:p>
            <a:pPr algn="ctr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 of circulars, events, urgent notices</a:t>
            </a:r>
          </a:p>
          <a:p>
            <a:pPr algn="ctr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expired notices</a:t>
            </a:r>
          </a:p>
          <a:p>
            <a:pPr algn="ctr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of pinned notices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60420" y="7222415"/>
            <a:ext cx="4248901" cy="316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3. Student Module</a:t>
            </a:r>
          </a:p>
          <a:p>
            <a:pPr algn="ctr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View all notices</a:t>
            </a:r>
          </a:p>
          <a:p>
            <a:pPr algn="ctr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Filter by category</a:t>
            </a:r>
          </a:p>
          <a:p>
            <a:pPr algn="ctr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 bar</a:t>
            </a:r>
          </a:p>
          <a:p>
            <a:pPr algn="ctr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Read-only access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8466" y="108901"/>
            <a:ext cx="5247680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977" y="1968500"/>
            <a:ext cx="17328356" cy="831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allows both admin and student login.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admin can easily add, edit, and delete notices.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Notices can include titles, dates, descriptions, images, and files.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Students can view all notices in a clean and organized layout.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Notices can be filtered by type such as Circular, Event, or Urgent.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search bar helps users find notices quickly.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supports sorting notices by date, title, or type.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Expired notices are automatically identified.</a:t>
            </a:r>
          </a:p>
          <a:p>
            <a:pPr algn="l" marL="906785" indent="-453392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statistics section shows numbers of each notice type</a:t>
            </a:r>
          </a:p>
          <a:p>
            <a:pPr algn="ctr">
              <a:lnSpc>
                <a:spcPts val="74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08434" y="324627"/>
            <a:ext cx="678251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9638" y="2401990"/>
            <a:ext cx="21069048" cy="745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saves time and reduces manual work for staff.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Students receive information quickly and clearly.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avoids paper usage and is eco-friendly.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Notices are neatly organized and easy to access.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no crowding around physical notice boards.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admin can update notices anytime within seconds.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improves communication inside the campus.</a:t>
            </a:r>
          </a:p>
          <a:p>
            <a:pPr algn="l" marL="1014732" indent="-507366" lvl="1">
              <a:lnSpc>
                <a:spcPts val="6580"/>
              </a:lnSpc>
              <a:buFont typeface="Arial"/>
              <a:buChar char="•"/>
            </a:pPr>
            <a:r>
              <a:rPr lang="en-US" sz="4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reduces errors and makes notice management easy.</a:t>
            </a:r>
          </a:p>
          <a:p>
            <a:pPr algn="ctr">
              <a:lnSpc>
                <a:spcPts val="68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02153" y="108901"/>
            <a:ext cx="6953845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5500" y="1879273"/>
            <a:ext cx="17626960" cy="811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currently stores data only on the local device.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cannot be accessed from different devices unless hosted online.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Only one admin login is available right now.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does not send notifications to users.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requires internet hosting for real-time multiuser access.</a:t>
            </a:r>
          </a:p>
          <a:p>
            <a:pPr algn="l">
              <a:lnSpc>
                <a:spcPts val="713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66204" y="159703"/>
            <a:ext cx="1235559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Future Enhancements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7849" y="2094323"/>
            <a:ext cx="18457777" cy="912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 with cloud database (Firebase/MySQL).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multi-admin system with permissions.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Android/iOS app.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push notifications for urgent announcements.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QR code scanning for notice access.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AI-based notice recommendation system.</a:t>
            </a:r>
          </a:p>
          <a:p>
            <a:pPr algn="l" marL="1101090" indent="-550545" lvl="1">
              <a:lnSpc>
                <a:spcPts val="7139"/>
              </a:lnSpc>
              <a:buFont typeface="Arial"/>
              <a:buChar char="•"/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 into a centralized campus digital signage system.</a:t>
            </a:r>
          </a:p>
          <a:p>
            <a:pPr algn="l">
              <a:lnSpc>
                <a:spcPts val="7139"/>
              </a:lnSpc>
            </a:pPr>
            <a:r>
              <a:rPr lang="en-US" sz="5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79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26962" y="108901"/>
            <a:ext cx="6498074" cy="16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79"/>
              </a:lnSpc>
            </a:pPr>
            <a:r>
              <a:rPr lang="en-US" sz="96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1774" y="2026285"/>
            <a:ext cx="17364452" cy="82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Digital Notice Board System efficiently replaces traditional boards.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fast, organized, interactive, and paperless communication.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Enhances student engagement and admin convenience.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be expanded into a full-scale campus information portal</a:t>
            </a:r>
          </a:p>
          <a:p>
            <a:pPr algn="just">
              <a:lnSpc>
                <a:spcPts val="713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49324" y="2201708"/>
            <a:ext cx="7469945" cy="6172200"/>
          </a:xfrm>
          <a:custGeom>
            <a:avLst/>
            <a:gdLst/>
            <a:ahLst/>
            <a:cxnLst/>
            <a:rect r="r" b="b" t="t" l="l"/>
            <a:pathLst>
              <a:path h="6172200" w="7469945">
                <a:moveTo>
                  <a:pt x="0" y="0"/>
                </a:moveTo>
                <a:lnTo>
                  <a:pt x="7469945" y="0"/>
                </a:lnTo>
                <a:lnTo>
                  <a:pt x="7469945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DAG62PG5k-U</dc:identifier>
  <dcterms:modified xsi:type="dcterms:W3CDTF">2011-08-01T06:04:30Z</dcterms:modified>
  <cp:revision>1</cp:revision>
  <dc:title>Add a heading</dc:title>
</cp:coreProperties>
</file>